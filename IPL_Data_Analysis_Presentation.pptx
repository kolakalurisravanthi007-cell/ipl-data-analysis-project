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IPL Data Analysis (2008–2019)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Mini Project using Python | Data Science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Analysis of IPL matches from 2008 to 2019 using Python to extract insights from sports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Analyze match outcomes</a:t>
            </a:r>
          </a:p>
          <a:p>
            <a:r>
              <a:t>• Identify top teams</a:t>
            </a:r>
          </a:p>
          <a:p>
            <a:r>
              <a:t>• Study toss impact</a:t>
            </a:r>
          </a:p>
          <a:p>
            <a:r>
              <a:t>• Understand season trends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Total matches: 756</a:t>
            </a:r>
          </a:p>
          <a:p>
            <a:r>
              <a:t>• Seasons: 2008–2019</a:t>
            </a:r>
          </a:p>
          <a:p>
            <a:r>
              <a:t>• Features: teams, winner, toss, city, season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Cleaning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Removed umpire3 column</a:t>
            </a:r>
          </a:p>
          <a:p>
            <a:r>
              <a:t>• Handled missing values</a:t>
            </a:r>
          </a:p>
          <a:p>
            <a:r>
              <a:t>• Standardized team names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Team-wise wins analysis</a:t>
            </a:r>
          </a:p>
          <a:p>
            <a:r>
              <a:t>• City-wise match distribution</a:t>
            </a:r>
          </a:p>
          <a:p>
            <a:r>
              <a:t>• Toss impact study</a:t>
            </a:r>
          </a:p>
          <a:p>
            <a:r>
              <a:t>• Season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Mumbai Indians most successful team</a:t>
            </a:r>
          </a:p>
          <a:p>
            <a:r>
              <a:t>• CSK second highest wins</a:t>
            </a:r>
          </a:p>
          <a:p>
            <a:r>
              <a:t>• Toss has slight impact (393 vs 363)</a:t>
            </a:r>
          </a:p>
          <a:p>
            <a:r>
              <a:t>• IPL 2013 peak season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Visualizations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Bar chart: Top teams</a:t>
            </a:r>
          </a:p>
          <a:p>
            <a:r>
              <a:t>Line chart: Season trend</a:t>
            </a:r>
          </a:p>
          <a:p>
            <a:r>
              <a:t>Toss analysis comparison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analysis reveals strong team patterns and useful insights into IPL match trends.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Machine learning prediction</a:t>
            </a:r>
          </a:p>
          <a:p>
            <a:r>
              <a:t>• Player performance analysis</a:t>
            </a:r>
          </a:p>
          <a:p>
            <a:r>
              <a:t>• Win probability models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